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PLM기술팀 김성훈입니다. 오늘은 우리 디지털 트윈(가상공장)을 한 단계 끌어올릴 Physical AI 과제를 제안드립니다. 6개월 안에 직접 만들어 보여드릴 수 있는 실증 과제입니다. (약 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이 한 문장입니다. '가상공장 안에서 조립 라인 이상을 스스로 감지하고, 어떻게 대응할지까지 결정하는 AI 에이전트를 직접 만든다.' 6개월 뒤 실제 동작을 시연하는 것이 목표입니다. (약 45초)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최근 제조업에서 보고·판단·행동하는 Physical AI 흐름이 커지고 있습니다. 우리는 이미 트윈이 있어 출발선이 앞섭니다. 다만 '보는 것'에 머물면 가치가 멈춥니다. 가장 위험한 건 관심만 있고 손대지 않는 것입니다. 작더라도 직접 만든 PoC가 가장 확실한 첫걸음입니다. (약 60초)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과제는 조립 라인 이상감지·대응 에이전트입니다. 인지(카메라 감시)→판단(이상 감지·분류)→행동(대응 선택) 3단계. 핵심은 '불량입니다'로 끝나는 검사기가 아니라, 무엇을 할지 스스로 정하는 에이전트라는 점입니다. (약 60초)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왼쪽부터 인지·판단·행동으로 흐르고, 행동은 경고/정지/호출로 갈라집니다. 위쪽 초록 박스가 핵심 — 합성 데이터로 AI를 가르치는 부분이며 다음 장에서 설명합니다. (약 45초)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검사 AI의 최대 벽은 '이상 데이터가 없다'입니다. 우리는 트윈으로 이상을 무한히 합성해 이 벽을 넘습니다. 그러면 트윈이 'AI 학습 데이터 공장'이 되고 트윈팀 가치도 함께 오릅니다. NVIDIA Physical AI의 정석 전략입니다. (이 슬라이드가 보고의 심장) (약 60초)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단기: 직접 만든 Physical AI 실증 사례 확보. 중기: 실라인 연결 시 품질 이상 자동 감지·대응으로 확장. 전략: '트윈을 가진 회사'에서 '트윈 위에서 지능이 도는 회사'로. (약 40초)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6개월 계획. 3개월 차에 이상을 잡는 AI(첫 성과), 4개월 차에 감지→대응 에이전트 완성. 6개월을 다 기다리지 않고 3개월부터 중간 결과를 계속 보여드립니다. (약 50초)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요청 셋: 트윈 자산 공유 협조, RTX 워크스테이션 1대, 6개월 추진 승인. 한 문장 정리 — '이상 데이터가 없어 막히는 문제를 우리 트윈으로 만들어 AI가 스스로 판단·대응하게 한다.' 감사합니다. (약 40초)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Physical AI PoC 제안</a:t>
            </a:r>
          </a:p>
          <a:p>
            <a:r>
              <a:rPr sz="22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가상공장에서 스스로 판단·행동하는 AI 에이전트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제조 조립 라인 이상감지·대응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VPK</a:t>
            </a:r>
          </a:p>
          <a:p>
            <a:r>
              <a:rPr sz="1300" b="0" i="0">
                <a:solidFill>
                  <a:srgbClr val="BBBBBB"/>
                </a:solidFill>
                <a:latin typeface="Malgun Gothic"/>
                <a:ea typeface="Malgun Gothic"/>
                <a:cs typeface="Malgun Gothic"/>
              </a:rPr>
              <a:t>PLM기술팀  김성훈</a:t>
            </a:r>
          </a:p>
          <a:p>
            <a:r>
              <a:rPr sz="1300" b="0" i="0">
                <a:solidFill>
                  <a:srgbClr val="BBBBBB"/>
                </a:solidFill>
                <a:latin typeface="Malgun Gothic"/>
                <a:ea typeface="Malgun Gothic"/>
                <a:cs typeface="Malgun Gothic"/>
              </a:rPr>
              <a:t>보고일: 미정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한 줄 요약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solidFill>
            <a:srgbClr val="F3F7EA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97840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디지털 트윈(가상공장) 안에서 조립 라인의 이상을 스스로 감지하고,
종류에 따라 대응까지 결정하는 AI 에이전트를 직접 구축합니다.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→ 6개월 내 '직접 만든 Physical AI' 동작 PoC 시연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배경 — 왜 지금인가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Physical AI(인지·판단·행동하는 AI)가 제조업의 다음 경쟁축으로 부상</a:t>
            </a:r>
          </a:p>
          <a:p>
            <a:pPr lvl="1">
              <a:spcAft>
                <a:spcPts val="1000"/>
              </a:spcAft>
            </a:pPr>
            <a:r>
              <a:rPr sz="1600" b="1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– </a:t>
            </a:r>
            <a:r>
              <a:rPr sz="14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NVIDIA Omniverse·Isaac 생태계 중심으로 빠르게 표준화 중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VPK는 이미 디지털 트윈(가상공장) 자산을 보유 — 출발점에서 앞선 위치</a:t>
            </a:r>
          </a:p>
          <a:p>
            <a:pPr lvl="1">
              <a:spcAft>
                <a:spcPts val="1000"/>
              </a:spcAft>
            </a:pPr>
            <a:r>
              <a:rPr sz="1600" b="1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– </a:t>
            </a:r>
            <a:r>
              <a:rPr sz="14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단, 트윈이 '보는 것'에 머물면 가치가 제한됨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트윈 위에 '판단하고 행동하는 지능'을 얹을 때 비로소 차별화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600" b="1" i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리스크: 관심만 있고 착수하지 않으면 시장에 끌려가는 입장</a:t>
            </a:r>
          </a:p>
          <a:p>
            <a:pPr lvl="1">
              <a:spcAft>
                <a:spcPts val="1000"/>
              </a:spcAft>
            </a:pPr>
            <a:r>
              <a:rPr sz="1600" b="1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– </a:t>
            </a:r>
            <a:r>
              <a:rPr sz="14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작더라도 '직접 만든 PoC'가 가장 확실한 대응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제안 — 무엇을 만드는가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조립 라인 이상감지·대응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4124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인지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조립 라인 카메라 영상을 실시간 감시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판단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패턴 학습 → 이상(부품 누락·오부착·위치이탈) 감지·분류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행동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이상의 종류·심각도에 따라 대응을 스스로 선택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핵심: 단순 '검사기'가 아니라, </a:t>
            </a:r>
            <a:r>
              <a:rPr sz="17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무엇을 할지 결정하는 '에이전트'</a:t>
            </a:r>
            <a:r>
              <a:rPr sz="1700" b="0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 라는 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데모 시나리오 — 동작 흐름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Perception → Decision →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pic>
        <p:nvPicPr>
          <p:cNvPr id="5" name="Picture 4" descr="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881360" cy="5897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핵심 차별점 — 합성 데이터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현실 이상탐지 AI의 최대 벽 = </a:t>
            </a:r>
            <a:r>
              <a:rPr sz="1600" b="1" i="0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'이상 데이터가 없다'</a:t>
            </a:r>
            <a:r>
              <a:rPr sz="1600" b="0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 (드물고·비싸고·라벨링 어려움)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solidFill>
            <a:srgbClr val="F3F7EA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트윈 안에서 이상 상황을 무한히 합성해 AI를 학습시킨다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5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트윈 자산이 '예쁜 3D' → 'AI 학습 데이터 공장'으로 격상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5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디지털트윈팀의 성과 가치를 함께 키우는 협업 구조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5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NVIDIA Physical AI 표준 전략(synthetic data → 현실 적용) 그대로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기대 효과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단기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내 Physical AI 실증 역량 확보 (직접 구축한 PoC 보유)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중기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라인 카메라 연결 시 품질 이상 자동 감지·대응으로 확장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'트윈을 가진 회사' → '트윈 위에서 지능이 도는 회사'로 포지셔닝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6개월 로드맵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5212080"/>
              </a:tblGrid>
              <a:tr h="56170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anchor="ctr" marT="38100" marB="38100">
                    <a:solidFill>
                      <a:srgbClr val="76B900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1개월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환경·기초 (Isaac Sim, USD)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조립 제품 가상 씬 + 카메라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2개월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데이터 생성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정상/이상 학습 데이터셋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3개월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이상탐지 모델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이상을 잡아내는 AI (최소 성과)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4개월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 에이전트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감지→판단→대응 엔드투엔드 시연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5개월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고도화 (실라인 연결·안정화)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데모 품질 향상</a:t>
                      </a:r>
                    </a:p>
                  </a:txBody>
                  <a:tcPr anchor="ctr" marT="38100" marB="38100">
                    <a:solidFill>
                      <a:srgbClr val="F3F7EA"/>
                    </a:solidFill>
                  </a:tcPr>
                </a:tc>
              </a:tr>
              <a:tr h="56170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6개월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패키지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B2B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30초 데모 영상 + 발표 자료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3개월 차에 '보여줄 결과', 4개월 차에 '에이전트' 완성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요청 사항</a:t>
            </a:r>
          </a:p>
          <a:p>
            <a:r>
              <a:rPr sz="13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VPK  ·  PLM기술팀  김성훈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19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9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디지털트윈팀과의 트윈 자산(조립 라인 USD) 공유 협조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9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RTX GPU 워크스테이션 1대 (Isaac Sim 구동 필수 사양)</a:t>
            </a:r>
          </a:p>
          <a:p>
            <a:pPr>
              <a:spcAft>
                <a:spcPts val="1800"/>
              </a:spcAft>
            </a:pPr>
            <a:r>
              <a:rPr sz="1900" b="1" i="0">
                <a:solidFill>
                  <a:srgbClr val="76B9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900" b="1" i="0">
                <a:solidFill>
                  <a:srgbClr val="2B2B2B"/>
                </a:solidFill>
                <a:latin typeface="Malgun Gothic"/>
                <a:ea typeface="Malgun Gothic"/>
                <a:cs typeface="Malgun Gothic"/>
              </a:rPr>
              <a:t>6개월간 본 PoC에 대한 시간 배정 및 추진 승인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966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"이상 데이터가 없어 막히는 문제를, 우리 트윈으로 만들어 AI가 스스로 판단·대응하게 합니다."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